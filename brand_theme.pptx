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Brand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52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Point 1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Point 2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Point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